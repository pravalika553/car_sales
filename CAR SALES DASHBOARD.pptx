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2F78-9819-66CC-5268-7CF76B59C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6DC32-C6C7-1B1C-371C-830F61061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64075-B301-73E1-23BE-E3746BAF2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A0B23-0A9C-E740-C045-E9E2353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856CB-8069-7C9E-55AF-E55B5B83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24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8F02-52F1-890D-02EE-07024221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69054-2CA9-EB75-01F5-ED1C71A6D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A9FFB-4139-C84D-30B2-F03EFB29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1D3CD-C4E0-746B-9840-035C0BB1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CCA76-9B5D-CD46-575A-52777064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028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ADA8-92B7-28BB-1C6C-CACCE6082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613EA-78E5-1320-8BF3-3BE987E2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6839-123C-AD6F-CC3A-46FFD49F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878D6-EEDA-3956-65DE-256954AF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57D3D-8394-447B-D05B-AB988221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64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DC08D-4D6C-17D5-E4D1-3C3493CE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D279F-11B1-19A4-F6B2-93ECBE1DF6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15841-178B-CCF2-E5FB-EB42859A8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B1873-0A3B-81A6-27CD-5323E026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FC6CB-0DA2-A544-79FF-147472E1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1E013-ED8C-9569-45A0-63C619BC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94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69E8A-032B-D845-AEDB-8A0DF860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EBF67-3961-4521-D2D5-5ACD13569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9F539-428A-DBCC-50BF-C7DBBBB47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2003B-8079-0A5B-B967-67E3A063E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79EA2-1E8B-C13A-0668-06C90FA76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32F13-D29A-8682-171B-62CC559B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FA732-88E9-585E-0CC7-50EDF1234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C5C42-9B4A-2CB0-DC41-F1731FE8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778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EEE2-9755-5436-FEC1-CF9DBCBD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F2ABC-6502-5431-67A4-B66F3584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81DEA-1AA5-6A42-0D07-976AF0F8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4D13A-A660-EE7C-2C0B-6C0466E5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15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988458-C4ED-CD68-81C5-EDAB7B67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09F9B-42DD-F14B-4BB3-3753A1D4E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56999-993F-D24B-FC3A-B13C184E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81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F5B9-88CF-2100-AD30-C629A167D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2159-5719-A75B-C493-EF38C2407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F3EF2-626A-816B-EA82-21BA8CA68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815F7-4ABB-EA92-2D24-3D38C5CB2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55CDA-2E7F-3426-1BB8-0CC7235F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548FC-E21B-C250-DBDA-4A15DDF1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7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619A-D86F-88A8-BEA1-EC7C64658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F657F-28B2-F6BC-908D-35CA8A954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A51E9-B4D7-D977-2C44-C6B9E97B7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9B643-3771-A464-332A-C9C24449C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8A5A9-F87E-4A05-0112-7047133F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18D54-A75D-1989-C988-DB9597AF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95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97FA-572F-12F5-4AAE-6ACC8F21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CE1AA-75F8-5712-4D3F-86923EC04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623AA-44CB-8316-57A7-D0AF5A21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7F4E1-5D41-ED00-CD0C-ADF21CC9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E35F5-7762-2156-293F-531C352B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D54F9-DA91-26BD-FC95-03348647C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96BD8-8B1C-5D78-D740-EAA607BE3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D467A-C0E1-042A-BCCB-A30AF75DE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A7C68-973F-04C4-0852-77005307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2A796-D8EB-94B0-22FE-5EA54FE5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81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A96C85-D003-3B34-96DC-55213B045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2FDC8-85E3-DEF2-0963-B4F9EC90B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2E2C-78C5-2A5C-4EED-159C7EE48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C2BF3-E755-4D5F-B9EA-ADBACEDF90A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D15AE-5FF8-DB22-3D5B-C265B2634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F0E6F-5906-038B-A652-6434E0B5D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274A1-214E-4F8D-B1D6-8B29AE3DB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82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D71F-7490-F2B1-561E-A24C1828A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286" y="506543"/>
            <a:ext cx="9361714" cy="1891424"/>
          </a:xfrm>
        </p:spPr>
        <p:txBody>
          <a:bodyPr>
            <a:normAutofit/>
          </a:bodyPr>
          <a:lstStyle/>
          <a:p>
            <a:r>
              <a:rPr lang="en-US" b="1" dirty="0"/>
              <a:t>CAR SALES DASHBOARD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8DC84-DDA6-956F-EDA8-19EF22054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9" y="2612571"/>
            <a:ext cx="9622971" cy="26452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</a:t>
            </a:r>
            <a:r>
              <a:rPr lang="en-US" dirty="0" err="1"/>
              <a:t>Analytst</a:t>
            </a:r>
            <a:r>
              <a:rPr lang="en-US" dirty="0"/>
              <a:t> Internship Task 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Name : Pravalika</a:t>
            </a:r>
          </a:p>
          <a:p>
            <a:r>
              <a:rPr lang="en-US" dirty="0"/>
              <a:t>                                                                                                   Date : 19-11-2025</a:t>
            </a:r>
          </a:p>
          <a:p>
            <a:r>
              <a:rPr lang="en-US" dirty="0"/>
              <a:t>                                                                                              Tool :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767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E57C-2919-E6D3-53C4-B272341C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DATASETS </a:t>
            </a: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34870E-0E53-F78A-EF28-B23087299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Rows Count </a:t>
            </a:r>
            <a:r>
              <a:rPr lang="en-US" dirty="0"/>
              <a:t>: </a:t>
            </a:r>
            <a:r>
              <a:rPr lang="en-US" sz="2000" dirty="0"/>
              <a:t>140904</a:t>
            </a:r>
          </a:p>
          <a:p>
            <a:r>
              <a:rPr lang="en-US" sz="2000" b="1" dirty="0"/>
              <a:t>Columns Count</a:t>
            </a:r>
            <a:r>
              <a:rPr lang="en-US" b="1" dirty="0"/>
              <a:t> </a:t>
            </a:r>
            <a:r>
              <a:rPr lang="en-US" dirty="0"/>
              <a:t>: </a:t>
            </a:r>
            <a:r>
              <a:rPr lang="en-US" sz="1600" dirty="0"/>
              <a:t>12</a:t>
            </a:r>
          </a:p>
          <a:p>
            <a:r>
              <a:rPr lang="en-US" sz="2000" b="1" dirty="0"/>
              <a:t>Fields Used </a:t>
            </a:r>
            <a:r>
              <a:rPr lang="en-US" sz="2000" dirty="0"/>
              <a:t>: Brand ,model name, model variant ,car type, Transmission, Fuel Type, Year, Kilometer, Owner ,State ,Accidental ,Price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9580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4C717-44A0-A7F9-45DC-5C11528A26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b="1" dirty="0"/>
              <a:t>             DATA CLEANING STEPS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4AFDC2-9A9E-7CC5-B6CD-B96A115D8E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3812" y="1417638"/>
            <a:ext cx="10328988" cy="495517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1.</a:t>
            </a:r>
            <a:r>
              <a:rPr lang="en-US" sz="2400" b="1" dirty="0"/>
              <a:t>Handle Missing Value </a:t>
            </a:r>
            <a:r>
              <a:rPr lang="en-US" dirty="0"/>
              <a:t>:</a:t>
            </a:r>
          </a:p>
          <a:p>
            <a:r>
              <a:rPr lang="en-US" sz="2000" dirty="0"/>
              <a:t>Identify null or blank values in each column.</a:t>
            </a:r>
          </a:p>
          <a:p>
            <a:r>
              <a:rPr lang="en-US" sz="2000" dirty="0"/>
              <a:t>Use appropriate strategies:</a:t>
            </a:r>
          </a:p>
          <a:p>
            <a:pPr lvl="1"/>
            <a:r>
              <a:rPr lang="en-US" sz="2000" b="1" dirty="0"/>
              <a:t>Categorical fields (e.g., Fuel Type, Transmission):</a:t>
            </a:r>
            <a:r>
              <a:rPr lang="en-US" sz="2000" dirty="0"/>
              <a:t> fill with mode (most common value).</a:t>
            </a:r>
          </a:p>
          <a:p>
            <a:pPr lvl="1"/>
            <a:r>
              <a:rPr lang="en-US" sz="2000" b="1" dirty="0"/>
              <a:t>Numerical fields (e.g., Price, Kilometers):</a:t>
            </a:r>
            <a:r>
              <a:rPr lang="en-US" sz="2000" dirty="0"/>
              <a:t> fill with median/mean or remove rows if few.</a:t>
            </a:r>
          </a:p>
          <a:p>
            <a:r>
              <a:rPr lang="en-IN" sz="2400" dirty="0"/>
              <a:t>2. </a:t>
            </a:r>
            <a:r>
              <a:rPr lang="en-IN" sz="2400" b="1" dirty="0"/>
              <a:t>Remove Duplicates </a:t>
            </a:r>
            <a:r>
              <a:rPr lang="en-IN" dirty="0"/>
              <a:t>:</a:t>
            </a:r>
          </a:p>
          <a:p>
            <a:r>
              <a:rPr lang="en-US" sz="2000" dirty="0"/>
              <a:t>Check for duplicate rows based on key fields such as </a:t>
            </a:r>
            <a:r>
              <a:rPr lang="en-US" sz="2000" b="1" dirty="0"/>
              <a:t>Brand, Model Name, Year, Kilometers, Owner</a:t>
            </a:r>
            <a:r>
              <a:rPr lang="en-US" sz="2000" dirty="0"/>
              <a:t>.</a:t>
            </a:r>
          </a:p>
          <a:p>
            <a:r>
              <a:rPr lang="en-US" sz="2000" dirty="0"/>
              <a:t>Drop duplicates to avoid multiple identical entries.</a:t>
            </a:r>
          </a:p>
          <a:p>
            <a:r>
              <a:rPr lang="en-US" sz="2400" b="1" dirty="0"/>
              <a:t>3.</a:t>
            </a:r>
            <a:r>
              <a:rPr lang="en-IN" sz="2400" b="1" dirty="0"/>
              <a:t> Fix Data Types :</a:t>
            </a:r>
          </a:p>
          <a:p>
            <a:r>
              <a:rPr lang="en-IN" sz="2200" dirty="0"/>
              <a:t>Convert numeric fields to correct formats:</a:t>
            </a:r>
          </a:p>
          <a:p>
            <a:pPr lvl="1"/>
            <a:r>
              <a:rPr lang="en-IN" sz="2200" dirty="0"/>
              <a:t>Year, Price, </a:t>
            </a:r>
            <a:r>
              <a:rPr lang="en-IN" sz="2200" dirty="0" err="1"/>
              <a:t>Kilometers</a:t>
            </a:r>
            <a:r>
              <a:rPr lang="en-IN" sz="2200" dirty="0"/>
              <a:t> → integer/float</a:t>
            </a:r>
          </a:p>
          <a:p>
            <a:pPr lvl="1"/>
            <a:r>
              <a:rPr lang="en-IN" sz="2200" dirty="0"/>
              <a:t>Accidental → </a:t>
            </a:r>
            <a:r>
              <a:rPr lang="en-IN" sz="2200" dirty="0" err="1"/>
              <a:t>boolean</a:t>
            </a:r>
            <a:r>
              <a:rPr lang="en-IN" sz="2200" dirty="0"/>
              <a:t> or categorical (Yes/No)</a:t>
            </a:r>
          </a:p>
          <a:p>
            <a:r>
              <a:rPr lang="en-IN" sz="2200" dirty="0"/>
              <a:t>Ensure string columns have consistent formatting (proper capitalization, no extra spaces).</a:t>
            </a:r>
          </a:p>
          <a:p>
            <a:endParaRPr lang="en-US" sz="2200" b="1" dirty="0"/>
          </a:p>
          <a:p>
            <a:pPr marL="0" indent="0">
              <a:buNone/>
            </a:pPr>
            <a:endParaRPr lang="en-US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38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743A8-A62D-CF4F-BB75-36C1151D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37CF12-4163-E8EA-B327-32085F8B2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939"/>
            <a:ext cx="10515600" cy="4351338"/>
          </a:xfrm>
        </p:spPr>
        <p:txBody>
          <a:bodyPr/>
          <a:lstStyle/>
          <a:p>
            <a:r>
              <a:rPr lang="en-US" sz="2000" b="1" dirty="0"/>
              <a:t>4.</a:t>
            </a:r>
            <a:r>
              <a:rPr lang="en-IN" sz="2000" b="1" dirty="0"/>
              <a:t> Standardize Categorical Values </a:t>
            </a:r>
            <a:r>
              <a:rPr lang="en-IN" sz="2400" b="1" dirty="0"/>
              <a:t>:</a:t>
            </a:r>
          </a:p>
          <a:p>
            <a:r>
              <a:rPr lang="en-IN" sz="2000" dirty="0"/>
              <a:t>Ensure consistency:</a:t>
            </a:r>
          </a:p>
          <a:p>
            <a:pPr lvl="1"/>
            <a:r>
              <a:rPr lang="en-IN" sz="2000" dirty="0"/>
              <a:t>Example: "Diesel" vs "diesel" vs "Diesel " → convert to uniform case.</a:t>
            </a:r>
          </a:p>
          <a:p>
            <a:pPr lvl="1"/>
            <a:r>
              <a:rPr lang="en-IN" sz="2000" dirty="0"/>
              <a:t>Similar for State, Transmission (e.g., "Manual" vs "M"), etc.</a:t>
            </a:r>
          </a:p>
          <a:p>
            <a:r>
              <a:rPr lang="en-IN" sz="2000" b="1" dirty="0"/>
              <a:t>5</a:t>
            </a:r>
            <a:r>
              <a:rPr lang="en-IN" dirty="0"/>
              <a:t>. </a:t>
            </a:r>
            <a:r>
              <a:rPr lang="en-IN" sz="2000" b="1" dirty="0"/>
              <a:t>Outlier Detection and Treatment :</a:t>
            </a:r>
          </a:p>
          <a:p>
            <a:r>
              <a:rPr lang="en-US" sz="2000" dirty="0"/>
              <a:t>Detect extreme values in:</a:t>
            </a:r>
          </a:p>
          <a:p>
            <a:r>
              <a:rPr lang="en-US" sz="2000" dirty="0"/>
              <a:t>Price (too high or low compared to market)</a:t>
            </a:r>
          </a:p>
          <a:p>
            <a:r>
              <a:rPr lang="en-US" sz="2000" dirty="0"/>
              <a:t>Kilometers</a:t>
            </a:r>
            <a:r>
              <a:rPr lang="en-IN" sz="2000" dirty="0"/>
              <a:t>(unreasonably high/low)</a:t>
            </a:r>
            <a:endParaRPr lang="en-US" sz="2000" dirty="0"/>
          </a:p>
          <a:p>
            <a:r>
              <a:rPr lang="en-US" sz="2000" dirty="0"/>
              <a:t>Years(older than expected or future year)</a:t>
            </a:r>
          </a:p>
          <a:p>
            <a:r>
              <a:rPr lang="en-US" sz="2000" dirty="0"/>
              <a:t>Remove or cap/adjust extreme values.</a:t>
            </a:r>
          </a:p>
          <a:p>
            <a:endParaRPr lang="en-US" sz="2000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45805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A208-DAED-0D33-5E06-36006B4E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KPIs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899DE-8FD4-6B86-860E-B5DB96BD6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18" y="1315616"/>
            <a:ext cx="10616682" cy="48613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Total Cars</a:t>
            </a:r>
            <a:br>
              <a:rPr lang="en-US" dirty="0"/>
            </a:br>
            <a:r>
              <a:rPr lang="en-US" dirty="0"/>
              <a:t>→ Total number of records in the dataset (number of cars listed).</a:t>
            </a:r>
          </a:p>
          <a:p>
            <a:r>
              <a:rPr lang="en-US" b="1" dirty="0"/>
              <a:t>Total Revenue</a:t>
            </a:r>
            <a:br>
              <a:rPr lang="en-US" dirty="0"/>
            </a:br>
            <a:r>
              <a:rPr lang="en-US" dirty="0"/>
              <a:t>→ Sum of all </a:t>
            </a:r>
            <a:r>
              <a:rPr lang="en-US" i="1" dirty="0"/>
              <a:t>selling prices</a:t>
            </a:r>
            <a:r>
              <a:rPr lang="en-US" dirty="0"/>
              <a:t> from the </a:t>
            </a:r>
            <a:r>
              <a:rPr lang="en-US" b="1" dirty="0"/>
              <a:t>Price</a:t>
            </a:r>
            <a:r>
              <a:rPr lang="en-US" dirty="0"/>
              <a:t> column.</a:t>
            </a:r>
          </a:p>
          <a:p>
            <a:r>
              <a:rPr lang="en-US" b="1" dirty="0"/>
              <a:t>Total Profit</a:t>
            </a:r>
            <a:br>
              <a:rPr lang="en-US" dirty="0"/>
            </a:br>
            <a:r>
              <a:rPr lang="en-US" dirty="0"/>
              <a:t>→ Sum of </a:t>
            </a:r>
            <a:r>
              <a:rPr lang="en-US" i="1" dirty="0"/>
              <a:t>(Selling Price – Cost Price)</a:t>
            </a:r>
            <a:r>
              <a:rPr lang="en-US" dirty="0"/>
              <a:t> for each car.</a:t>
            </a:r>
            <a:br>
              <a:rPr lang="en-US" dirty="0"/>
            </a:br>
            <a:r>
              <a:rPr lang="en-US" i="1" dirty="0"/>
              <a:t>(Requires cost price or profit field – not available in your dataset unless manually added.)</a:t>
            </a:r>
            <a:endParaRPr lang="en-US" dirty="0"/>
          </a:p>
          <a:p>
            <a:r>
              <a:rPr lang="en-US" b="1" dirty="0"/>
              <a:t>Average Selling Price</a:t>
            </a:r>
            <a:br>
              <a:rPr lang="en-US" dirty="0"/>
            </a:br>
            <a:r>
              <a:rPr lang="en-US" dirty="0"/>
              <a:t>→ Total Revenue / Total Cars</a:t>
            </a:r>
          </a:p>
          <a:p>
            <a:r>
              <a:rPr lang="en-US" b="1" dirty="0"/>
              <a:t>Profit Margin (%)</a:t>
            </a:r>
            <a:br>
              <a:rPr lang="en-US" dirty="0"/>
            </a:br>
            <a:r>
              <a:rPr lang="en-US" dirty="0"/>
              <a:t>→ (Total Profit / Total Revenue) × 100</a:t>
            </a:r>
            <a:br>
              <a:rPr lang="en-US" dirty="0"/>
            </a:br>
            <a:r>
              <a:rPr lang="en-US" i="1" dirty="0"/>
              <a:t>(Again, profit depends on having cost data.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80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2803-592D-2CF1-1AF9-B5BF50056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DASHBOARD</a:t>
            </a:r>
            <a:r>
              <a:rPr lang="en-US" dirty="0"/>
              <a:t> </a:t>
            </a:r>
            <a:r>
              <a:rPr lang="en-US" b="1" dirty="0"/>
              <a:t>EXPLANATION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4850A-4E21-8478-F39E-8CF955B11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253" y="1690687"/>
            <a:ext cx="7631607" cy="4292779"/>
          </a:xfrm>
        </p:spPr>
      </p:pic>
    </p:spTree>
    <p:extLst>
      <p:ext uri="{BB962C8B-B14F-4D97-AF65-F5344CB8AC3E}">
        <p14:creationId xmlns:p14="http://schemas.microsoft.com/office/powerpoint/2010/main" val="422549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CD7C-3419-F64E-438D-2BA77987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43D65A-066A-D90C-501C-3365D5F93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984168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D894-C0B5-7BDD-E786-83CE9EBB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D81FA0-C70E-EFFD-D2E3-76C835DC6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643498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6506-A993-1F30-5B7F-566E544E2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INSIGHTS</a:t>
            </a:r>
            <a:r>
              <a:rPr lang="en-US" dirty="0"/>
              <a:t> </a:t>
            </a:r>
            <a:r>
              <a:rPr lang="en-US" b="1" dirty="0"/>
              <a:t>&amp;</a:t>
            </a:r>
            <a:r>
              <a:rPr lang="en-US" dirty="0"/>
              <a:t> </a:t>
            </a:r>
            <a:r>
              <a:rPr lang="en-US" b="1" dirty="0"/>
              <a:t>CONCLUSION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4358D6-68AF-3AA8-7F8E-F941558C8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796" y="1757905"/>
            <a:ext cx="1065400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contains a large number of car listings, indicating strong market activity and high seller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total revenue generated shows significant financial potential in the pre-owned car market.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selling price highlights customer spending trends and preferred vehicle affordability range.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calculation depends on cost input but suggests opportunities to optimize pricing strategy for better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data supports growth potential in used car sales with scope for improved profitability through better valuation and targeting.</a:t>
            </a:r>
          </a:p>
        </p:txBody>
      </p:sp>
    </p:spTree>
    <p:extLst>
      <p:ext uri="{BB962C8B-B14F-4D97-AF65-F5344CB8AC3E}">
        <p14:creationId xmlns:p14="http://schemas.microsoft.com/office/powerpoint/2010/main" val="756446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F339-F7C6-15B6-D457-D7658684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8B79F-AA1F-8AAB-F2C5-520968E1E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/>
              <a:t>                  </a:t>
            </a:r>
          </a:p>
          <a:p>
            <a:pPr marL="0" indent="0">
              <a:buNone/>
            </a:pPr>
            <a:r>
              <a:rPr lang="en-US" sz="6000" b="1" dirty="0"/>
              <a:t>                 THANK</a:t>
            </a:r>
            <a:r>
              <a:rPr lang="en-US" sz="6000" dirty="0"/>
              <a:t> </a:t>
            </a:r>
            <a:r>
              <a:rPr lang="en-US" sz="6000" b="1" dirty="0"/>
              <a:t>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71828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499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CAR SALES DASHBOARD </vt:lpstr>
      <vt:lpstr>                         DATASETS </vt:lpstr>
      <vt:lpstr>             DATA CLEANING STEPS </vt:lpstr>
      <vt:lpstr>PowerPoint Presentation</vt:lpstr>
      <vt:lpstr>                                  KPIs</vt:lpstr>
      <vt:lpstr>                     DASHBOARD EXPLANATION</vt:lpstr>
      <vt:lpstr>PowerPoint Presentation</vt:lpstr>
      <vt:lpstr>PowerPoint Presentation</vt:lpstr>
      <vt:lpstr>INSIGHTS &amp;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 Puppalla</dc:creator>
  <cp:lastModifiedBy>Akhil Puppalla</cp:lastModifiedBy>
  <cp:revision>1</cp:revision>
  <dcterms:created xsi:type="dcterms:W3CDTF">2025-11-19T16:17:34Z</dcterms:created>
  <dcterms:modified xsi:type="dcterms:W3CDTF">2025-11-19T16:52:39Z</dcterms:modified>
</cp:coreProperties>
</file>